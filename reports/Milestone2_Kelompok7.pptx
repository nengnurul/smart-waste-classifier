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548640"/>
            <a:ext cx="1554480" cy="1554480"/>
          </a:xfrm>
          <a:prstGeom prst="ellipse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8580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11480"/>
            <a:ext cx="3200400" cy="329184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114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MACHINE LEARNING — INFORMATIKA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8288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Classifier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D9C5"/>
                </a:solidFill>
              </a:rPr>
              <a:t>Dataset · Pre-processing · Arsitektur MobileNetV2 · Strategi Training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383280"/>
            <a:ext cx="8412480" cy="36576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3474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MILESTONE 2 — ANALISIS &amp; DESAIN  |  Kelompok 7  |  13 Mei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400507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9C5"/>
                </a:solidFill>
              </a:rPr>
              <a:t>1.  Faris Djihady Dzikrillah / 2310614025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4251960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9C5"/>
                </a:solidFill>
              </a:rPr>
              <a:t>2.  Rizqi Nurjaya / 2310614029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" y="449884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9C5"/>
                </a:solidFill>
              </a:rPr>
              <a:t>3.  Nurul Hikmah / 2310614010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Classification V2 — Kaggle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743200" cy="114300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533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12.259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18470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0E0"/>
                </a:solidFill>
              </a:rPr>
              <a:t>Total Gambar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98448"/>
            <a:ext cx="274320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8988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3533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Kelas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383280" y="18470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0E0"/>
                </a:solidFill>
              </a:rPr>
              <a:t>Organik &amp; Anorganik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298448"/>
            <a:ext cx="2743200" cy="1143000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8988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13533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309360" y="18470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0E0"/>
                </a:solidFill>
              </a:rPr>
              <a:t>Resolusi Input (px)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260604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48640" y="27157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E53"/>
                </a:solidFill>
              </a:rPr>
              <a:t>Distribusi Kelas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Anorganik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920240" y="3182112"/>
            <a:ext cx="338328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4924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11.560 (94.3%)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3547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Organik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920240" y="3575304"/>
            <a:ext cx="20116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349240" y="3547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699 (5.7%)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4983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⚠️  Imbalance ratio 1 : 16.5 — diatasi dengan class_weight balanced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715000" y="2606040"/>
            <a:ext cx="3063240" cy="2286000"/>
          </a:xfrm>
          <a:prstGeom prst="rect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5852160" y="2715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6E53"/>
                </a:solidFill>
              </a:rPr>
              <a:t>Sumber Dataset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8521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📦  Kaggle: Garbage Classification V2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852160" y="3502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👤  Sumn2u (19.762 asli)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852160" y="38496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✂️  Dikurasi jadi 2 kelas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852160" y="4197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 Sudah di Google Drive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852160" y="4544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🔗  Link terlampir di laporan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Pre-processing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572768" cy="1417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38988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Gambar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" y="20299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Foto sampah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berbagai ukuran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01368" y="1664208"/>
            <a:ext cx="164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6E53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65960" y="1325880"/>
            <a:ext cx="157276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38988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224×224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5960" y="20299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Standar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MobileNetV2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38728" y="1664208"/>
            <a:ext cx="164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6E5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03320" y="1325880"/>
            <a:ext cx="1572768" cy="141732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138988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Normalisasi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÷255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20299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Piksel [0,1]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stabilkan training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6088" y="1664208"/>
            <a:ext cx="164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6E53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40680" y="1325880"/>
            <a:ext cx="1572768" cy="141732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138988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Augmentasi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(Train only)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40680" y="20299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Flip, Rotate, Zoom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Brightness, Translate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13448" y="1664208"/>
            <a:ext cx="164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6E53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78040" y="1325880"/>
            <a:ext cx="1572768" cy="1417320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138988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Siap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78040" y="20299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Dataset 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0E0"/>
                </a:solidFill>
              </a:rPr>
              <a:t>80/10/10 split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07792"/>
            <a:ext cx="5029200" cy="1920240"/>
          </a:xfrm>
          <a:prstGeom prst="rect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29992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6E53"/>
                </a:solidFill>
              </a:rPr>
              <a:t>Teknik Augmentasi (Training Set Only)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" y="3429000"/>
            <a:ext cx="1417320" cy="219456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4290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RandomFlip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3410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Horizontal flip kiri-kanan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03320"/>
            <a:ext cx="1417320" cy="219456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7033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RandomRotation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11680" y="3685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Rotasi ±20° (0.055 rad)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" y="3977640"/>
            <a:ext cx="1417320" cy="219456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9776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RandomZoom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11680" y="3959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Zoom 0.8× – 1.2×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" y="4251960"/>
            <a:ext cx="1417320" cy="219456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2519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RandomBrightness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11680" y="4233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Kecerahan ±20%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" y="4526280"/>
            <a:ext cx="1417320" cy="219456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526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RandomTranslation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11680" y="4507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Geser horizontal &amp; vertikal 10%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2907792"/>
            <a:ext cx="3200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15000" y="29992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E53"/>
                </a:solidFill>
              </a:rPr>
              <a:t>Split Dataset (No Overlap)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15000" y="3429000"/>
            <a:ext cx="502920" cy="329184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34290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91072" y="34472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Training: 9.807 gambar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15000" y="3849624"/>
            <a:ext cx="502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38496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91072" y="38679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Validasi: 1.226 gambar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15000" y="4270248"/>
            <a:ext cx="502920" cy="329184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42702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91072" y="42885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Test: 1.226 gambar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1500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✅ Implementasi tf.data — tidak ada overlap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ARSITEKTUR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Transfer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1188720" cy="1325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1325880"/>
            <a:ext cx="1188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 Layer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224×224×3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89888" y="169164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6E53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72768" y="1325880"/>
            <a:ext cx="16459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72768" y="1325880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MobileNetV2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 (Frozen F1)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18688" y="169164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6E53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1417320" cy="132588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01568" y="1325880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Global Average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Pooling 2D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69164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6E53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01768" y="1325880"/>
            <a:ext cx="1097280" cy="132588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01768" y="1325880"/>
            <a:ext cx="1097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Dense 128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ReLU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9048" y="169164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6E53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1928" y="1325880"/>
            <a:ext cx="914400" cy="1325880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81928" y="1325880"/>
            <a:ext cx="914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Dropout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0.5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96328" y="169164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6E53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79208" y="1325880"/>
            <a:ext cx="914400" cy="132588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79208" y="1325880"/>
            <a:ext cx="914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Dense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Sigmoid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27614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6E53"/>
                </a:solidFill>
              </a:rPr>
              <a:t>Output: 0 = Organik 🌿  |  1 = Anorganik ♻️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412480" cy="1572768"/>
          </a:xfrm>
          <a:prstGeom prst="rect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E53"/>
                </a:solidFill>
              </a:rPr>
              <a:t>Mengapa MobileNetV2?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3767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E53"/>
                </a:solidFill>
              </a:rPr>
              <a:t>🪶 Ringan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37673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Hanya 3,4M parameter — efisien untuk edge/IoT device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67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E53"/>
                </a:solidFill>
              </a:rPr>
              <a:t>⚡ Cepat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7673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Inverted residual blocks dengan linear bottleneck, hemat komputasi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2793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E53"/>
                </a:solidFill>
              </a:rPr>
              <a:t>🎯 Akurat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00200" y="42793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82–88% akurasi waste classification (jurnal PLoS ONE 2023)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2793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E53"/>
                </a:solidFill>
              </a:rPr>
              <a:t>🔄 Transfer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42793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Pre-trained ImageNet — tidak perlu data banyak untuk fine-tuning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Training Minggu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60520" cy="50292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984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1 — Feature Extraction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9019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187452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Base MobileNetV2 di-FREEZE semua layer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34086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" y="231343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Hanya classifier baru yang dilatih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7977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8096" y="2752344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Optimizer: Adam  |  LR: 0.0001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1868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8096" y="319125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Loss: Binary Crossentropy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657600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8096" y="363016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Max: 30 epoch + EarlyStopping (patience=5)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4800600" y="1298448"/>
            <a:ext cx="41605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4800600" y="12984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2 — Fine-tuning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90195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02936" y="187452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Unfreeze 30 layer terakhir MobileNetV2</a:t>
            </a:r>
            <a:endParaRPr lang="en-US" sz="11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340864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02936" y="231343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LR diturunkan 10× menjadi 0.00001</a:t>
            </a:r>
            <a:endParaRPr lang="en-US" sz="11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2779776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02936" y="2752344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Hindari catastrophic forgetting</a:t>
            </a:r>
            <a:endParaRPr lang="en-US" sz="11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3218688"/>
            <a:ext cx="219456" cy="21945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02936" y="3191256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Max: 20 epoch + EarlyStopping</a:t>
            </a:r>
            <a:endParaRPr lang="en-US" sz="11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3657600"/>
            <a:ext cx="219456" cy="21945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02936" y="363016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ModelCheckpoint simpan best model</a:t>
            </a:r>
            <a:endParaRPr lang="en-US" sz="1150" dirty="0"/>
          </a:p>
        </p:txBody>
      </p:sp>
      <p:sp>
        <p:nvSpPr>
          <p:cNvPr id="29" name="Shape 17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18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D9C5"/>
                </a:solidFill>
              </a:rPr>
              <a:t>🎯  Target: Accuracy ≥ 90%   |   ⚡  EarlyStopping   |   📉  ReduceLROnPlateau   |   💾  ModelCheckpoint (.keras)   |   ⚖️  Class weight: organik ×8.77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Desain Sistem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70432"/>
            <a:ext cx="8412480" cy="804672"/>
          </a:xfrm>
          <a:prstGeom prst="rect">
            <a:avLst/>
          </a:prstGeom>
          <a:solidFill>
            <a:srgbClr val="0A2B20"/>
          </a:solidFill>
          <a:ln w="12700">
            <a:solidFill>
              <a:srgbClr val="0A2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70432"/>
            <a:ext cx="457200" cy="804672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2344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6E53"/>
                </a:solidFill>
              </a:rPr>
              <a:t>Dataset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581912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D9C5"/>
                </a:solidFill>
              </a:rPr>
              <a:t>12.259 gambar  |  2 kelas  |  Kaggle Garbage V2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" y="2084832"/>
            <a:ext cx="8412480" cy="804672"/>
          </a:xfrm>
          <a:prstGeom prst="rect">
            <a:avLst/>
          </a:prstGeom>
          <a:solidFill>
            <a:srgbClr val="0A2B20"/>
          </a:solidFill>
          <a:ln w="12700">
            <a:solidFill>
              <a:srgbClr val="0A2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084832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148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148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Pre-processing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0120" y="2496312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D9C5"/>
                </a:solidFill>
              </a:rPr>
              <a:t>Resize 224px + Normalisasi + 5 Augmentasi + Split 80/10/10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65760" y="2999232"/>
            <a:ext cx="8412480" cy="804672"/>
          </a:xfrm>
          <a:prstGeom prst="rect">
            <a:avLst/>
          </a:prstGeom>
          <a:solidFill>
            <a:srgbClr val="0A2B20"/>
          </a:solidFill>
          <a:ln w="12700">
            <a:solidFill>
              <a:srgbClr val="0A2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999232"/>
            <a:ext cx="457200" cy="804672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06324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063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53"/>
                </a:solidFill>
              </a:rPr>
              <a:t>Model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60120" y="3410712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D9C5"/>
                </a:solidFill>
              </a:rPr>
              <a:t>MobileNetV2 Transfer Learning  |  2,4M params  |  Output Sigmoid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5760" y="3913632"/>
            <a:ext cx="8412480" cy="804672"/>
          </a:xfrm>
          <a:prstGeom prst="rect">
            <a:avLst/>
          </a:prstGeom>
          <a:solidFill>
            <a:srgbClr val="0A2B20"/>
          </a:solidFill>
          <a:ln w="12700">
            <a:solidFill>
              <a:srgbClr val="0A2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3913632"/>
            <a:ext cx="457200" cy="804672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97764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7A"/>
                </a:solidFill>
              </a:rPr>
              <a:t>Training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60120" y="4325112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D9C5"/>
                </a:solidFill>
              </a:rPr>
              <a:t>Fase 1 (frozen) + Fase 2 (fine-tune) + class_weight balanced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DB97A"/>
                </a:solidFill>
              </a:rPr>
              <a:t>Next: Minggu 4 — Training &amp; Evaluasi →  Minggu 5 — Deployment Streamlit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2 - Desain Sistem</dc:title>
  <dc:subject>PptxGenJS Presentation</dc:subject>
  <dc:creator>PptxGenJS</dc:creator>
  <cp:lastModifiedBy>PptxGenJS</cp:lastModifiedBy>
  <cp:revision>1</cp:revision>
  <dcterms:created xsi:type="dcterms:W3CDTF">2026-05-13T11:51:02Z</dcterms:created>
  <dcterms:modified xsi:type="dcterms:W3CDTF">2026-05-13T11:51:02Z</dcterms:modified>
</cp:coreProperties>
</file>